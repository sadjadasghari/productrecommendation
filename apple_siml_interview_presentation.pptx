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Multimodal Intelligent System Experiences (ISE)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Privacy-First Architecture for Personalized Product Discovery</a:t>
            </a:r>
          </a:p>
          <a:p>
            <a:r>
              <a:t>Candidate Presentation: Manager, SIML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Vision &amp; Strategy (SIML Focus)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Goal: Deliver highly personalized, multimodal intelligent experiences natively on Apple devices.</a:t>
            </a:r>
          </a:p>
          <a:p>
            <a:pPr>
              <a:defRPr sz="2400"/>
            </a:pPr>
            <a:r>
              <a:t>System Intelligence: Decoupling heavy representation learning from on-device sequential modeling.</a:t>
            </a:r>
          </a:p>
          <a:p>
            <a:pPr>
              <a:defRPr sz="2400"/>
            </a:pPr>
            <a:r>
              <a:t>Privacy-First: User click streams remain entirely on-device.</a:t>
            </a:r>
          </a:p>
          <a:p>
            <a:pPr>
              <a:defRPr sz="2400"/>
            </a:pPr>
            <a:r>
              <a:t>Scalability: Designed to scale across Apple's ecosystem (iOS, iPadOS, macOS) via CoreML and the Apple Neural Engine (ANE).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Multimodal Foundation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Catalog Embedding Cloud: Pre-processing the product index purely offline.</a:t>
            </a:r>
          </a:p>
          <a:p>
            <a:pPr>
              <a:defRPr sz="2400"/>
            </a:pPr>
            <a:r>
              <a:t>Vision Backbone: MobileNetV3 (or proprietary vision models) for feature extraction.</a:t>
            </a:r>
          </a:p>
          <a:p>
            <a:pPr>
              <a:defRPr sz="2400"/>
            </a:pPr>
            <a:r>
              <a:t>Text Backbone: Fused language encoders for rich product descriptions.</a:t>
            </a:r>
          </a:p>
          <a:p>
            <a:pPr>
              <a:defRPr sz="2400"/>
            </a:pPr>
            <a:r>
              <a:t>Result: A unified 128-dimensional multimodal item embedding representing complex semantics.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Efficient On-Device ML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RecSys Edge Tower: A fast sequential GRU architecture processing local interaction history.</a:t>
            </a:r>
          </a:p>
          <a:p>
            <a:pPr>
              <a:defRPr sz="2400"/>
            </a:pPr>
            <a:r>
              <a:t>Contrastive Training (InfoNCE): Trained symmetrically for strong semantic alignment between intent and catalog.</a:t>
            </a:r>
          </a:p>
          <a:p>
            <a:pPr>
              <a:defRPr sz="2400"/>
            </a:pPr>
            <a:r>
              <a:t>Post-Training Quantization (PTQ): Reduced memory footprint by ~74% (from FP32 to dynamic INT8) with zero degradation in NDCG.</a:t>
            </a:r>
          </a:p>
          <a:p>
            <a:pPr>
              <a:defRPr sz="2400"/>
            </a:pPr>
            <a:r>
              <a:t>Inference: Executing natively via ANE/CPU with strict latency constraints (&lt; 2ms).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Personalized Generative AI (RAG + Diffusion)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User Empowerment: Seamless transition from Recommendation to Creation.</a:t>
            </a:r>
          </a:p>
          <a:p>
            <a:pPr>
              <a:defRPr sz="2400"/>
            </a:pPr>
            <a:r>
              <a:t>Diffusion Integration: Using IP-Adapter and distilled models (e.g., SD-Turbo) to generate customized products.</a:t>
            </a:r>
          </a:p>
          <a:p>
            <a:pPr>
              <a:defRPr sz="2400"/>
            </a:pPr>
            <a:r>
              <a:t>Edge Generation: Optimizing diffusion for local ANE execution (&lt; 4 steps) to preserve privacy and reduce server costs.</a:t>
            </a:r>
          </a:p>
          <a:p>
            <a:pPr>
              <a:defRPr sz="2400"/>
            </a:pPr>
            <a:r>
              <a:t>LoRA Fine-Tuning: Applying Low-Rank Adaptation to strictly adhere to brand guidelines and style aesthetics.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End-to-End Evaluation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Recommendation Quality: Driving engagement via Hit Rate (HR@10) and NDCG.</a:t>
            </a:r>
          </a:p>
          <a:p>
            <a:pPr>
              <a:defRPr sz="2400"/>
            </a:pPr>
            <a:r>
              <a:t>Generative AI Metrics: Automated CLIP Score evaluation for text-to-image alignment and prompt adherence.</a:t>
            </a:r>
          </a:p>
          <a:p>
            <a:pPr>
              <a:defRPr sz="2400"/>
            </a:pPr>
            <a:r>
              <a:t>Continuous Improvement: Setting up infrastructure for RLHF and online A/B testing (CTR tracking).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Team Leadership &amp;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Cross-Functional Execution: Bridging researchers, mobile developers, and product teams.</a:t>
            </a:r>
          </a:p>
          <a:p>
            <a:pPr>
              <a:defRPr sz="2400"/>
            </a:pPr>
            <a:r>
              <a:t>Infrastructure: Standardizing on scalable tools (PyTorch Lightning, Ray Serve) vs Edge deployments (CoreML).</a:t>
            </a:r>
          </a:p>
          <a:p>
            <a:pPr>
              <a:defRPr sz="2400"/>
            </a:pPr>
            <a:r>
              <a:t>Next Steps: Exploring LLM integration for conversational product search and expanding Multimodal Foundation capabilities.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
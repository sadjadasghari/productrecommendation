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Multimodal Intelligent System Experiences (ISE)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Privacy-First Architecture for Personalized Product Discovery</a:t>
            </a:r>
          </a:p>
          <a:p>
            <a:r>
              <a:t>Candidate Presentation: Manager, SIML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Vision &amp; Strategy (SIML Focus)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Goal: Deliver highly personalized, multimodal intelligent experiences natively on Apple devices.</a:t>
            </a:r>
          </a:p>
          <a:p>
            <a:pPr>
              <a:defRPr sz="2400"/>
            </a:pPr>
            <a:r>
              <a:t>System Intelligence: Decoupling heavy representation learning from on-device sequential modeling.</a:t>
            </a:r>
          </a:p>
          <a:p>
            <a:pPr>
              <a:defRPr sz="2400"/>
            </a:pPr>
            <a:r>
              <a:t>Privacy-First: User click streams remain entirely on-device.</a:t>
            </a:r>
          </a:p>
          <a:p>
            <a:pPr>
              <a:defRPr sz="2400"/>
            </a:pPr>
            <a:r>
              <a:t>Scalability: Designed to scale across Apple's ecosystem (iOS, iPadOS, macOS) via CoreML and the Apple Neural Engine (ANE).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Multimodal Foundation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Catalog Embedding Cloud: Pre-processing the product index purely offline.</a:t>
            </a:r>
          </a:p>
          <a:p>
            <a:pPr>
              <a:defRPr sz="2400"/>
            </a:pPr>
            <a:r>
              <a:t>Vision Backbone: ViT-B/16 (Vision Transformer) for semantic patch-level feature extraction.</a:t>
            </a:r>
          </a:p>
          <a:p>
            <a:pPr>
              <a:defRPr sz="2400"/>
            </a:pPr>
            <a:r>
              <a:t>Text Backbone: all-MiniLM Transformer replacing RNNs for deeply contextualized text alignment.</a:t>
            </a:r>
          </a:p>
          <a:p>
            <a:pPr>
              <a:defRPr sz="2400"/>
            </a:pPr>
            <a:r>
              <a:t>Result: A unified 128-dimensional multimodal item embedding representing complex semantics.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System Architecture Design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0467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Efficient On-Device ML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RecSys Edge Tower: A fast SASRec (Self-Attentive) sequence Transformer processing local interaction history.</a:t>
            </a:r>
          </a:p>
          <a:p>
            <a:pPr>
              <a:defRPr sz="2400"/>
            </a:pPr>
            <a:r>
              <a:t>Hard Negative Contrastive Loss: Trained symmetrically using Additive Margin (CosFace) mechanics.</a:t>
            </a:r>
          </a:p>
          <a:p>
            <a:pPr>
              <a:defRPr sz="2400"/>
            </a:pPr>
            <a:r>
              <a:t>Feature Store Integration: Injecting real-time context (time-of-day, location) efficiently onto the edge.</a:t>
            </a:r>
          </a:p>
          <a:p>
            <a:pPr>
              <a:defRPr sz="2400"/>
            </a:pPr>
            <a:r>
              <a:t>Retrieval Engine: Employing FAISS HNSW for sub-millisecond Approximate Nearest Neighbor resolution natively in RAM.</a:t>
            </a:r>
          </a:p>
          <a:p>
            <a:pPr>
              <a:defRPr sz="2400"/>
            </a:pPr>
            <a:r>
              <a:t>Quantization: Compressing core weights to INT8 to radically minimize runtime footprint.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Agentic Generative AI (RAG + Diffusion)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Intelligent Orchestration: Multimodal LLM dynamically routes ambiguous user queries.</a:t>
            </a:r>
          </a:p>
          <a:p>
            <a:pPr>
              <a:defRPr sz="2400"/>
            </a:pPr>
            <a:r>
              <a:t>Spatial Inpainting: Users upload photos of their own space (e.g., Living Room) for contextualized placement.</a:t>
            </a:r>
          </a:p>
          <a:p>
            <a:pPr>
              <a:defRPr sz="2400"/>
            </a:pPr>
            <a:r>
              <a:t>Closed-Loop Feedback: User validations of Spatial images implicitly construct difficult hard negatives.</a:t>
            </a:r>
          </a:p>
          <a:p>
            <a:pPr>
              <a:defRPr sz="2400"/>
            </a:pPr>
            <a:r>
              <a:t>LoRA Fine-Tuning: Applying Low-Rank Adaptation to strictly adhere to brand guidelines and aesthetics.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End-to-End Evaluation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Recommendation Quality: Driving engagement via Hit Rate (HR@10) and NDCG via dense indexing.</a:t>
            </a:r>
          </a:p>
          <a:p>
            <a:pPr>
              <a:defRPr sz="2400"/>
            </a:pPr>
            <a:r>
              <a:t>Generative AI Metrics: Automated CLIP Score evaluation for text-to-image alignment and prompt adherence.</a:t>
            </a:r>
          </a:p>
          <a:p>
            <a:pPr>
              <a:defRPr sz="2400"/>
            </a:pPr>
            <a:r>
              <a:t>Continuous Improvement: Setting up infrastructure for RLHF and online A/B testing (CTR tracking).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Team Leadership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Cross-Functional Execution: Bridging researchers, mobile developers, and product teams.</a:t>
            </a:r>
          </a:p>
          <a:p>
            <a:pPr>
              <a:defRPr sz="2400"/>
            </a:pPr>
            <a:r>
              <a:t>Infrastructure: Standardizing on scalable tools (PyTorch Lightning, Ray Serve) vs Edge deployments (CoreML).</a:t>
            </a:r>
          </a:p>
          <a:p>
            <a:pPr>
              <a:defRPr sz="2400"/>
            </a:pPr>
            <a:r>
              <a:t>Next Steps: Expanding pure LLM integration for conversational product search and Multimodal Foundation capabilities.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